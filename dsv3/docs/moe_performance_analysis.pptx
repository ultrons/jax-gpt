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DSv3 MoE Training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8FF"/>
                </a:solidFill>
              </a:rPr>
              <a:t>TPU v7x  ·  4×8×8  ·  512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BS=1024  ·  EP=8  ·  FSDP=64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4572000"/>
            <a:ext cx="850392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8888"/>
                </a:solidFill>
              </a:rPr>
              <a:t>Roofline analysis  ·  ICI bottleneck breakdown  ·  Engineering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v7x Hardware: What We're Working With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20040" y="1371600"/>
            <a:ext cx="2103120" cy="1051560"/>
          </a:xfrm>
          <a:prstGeom prst="rect">
            <a:avLst/>
          </a:prstGeom>
          <a:solidFill>
            <a:srgbClr val="22222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444752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MXU
(bf16)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916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FF"/>
                </a:solidFill>
              </a:rPr>
              <a:t>2,307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084832"/>
            <a:ext cx="1920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TFLOP/s per chip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71600"/>
            <a:ext cx="2103120" cy="1051560"/>
          </a:xfrm>
          <a:prstGeom prst="rect">
            <a:avLst/>
          </a:prstGeom>
          <a:solidFill>
            <a:srgbClr val="22222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444752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HBM
BW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916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FF"/>
                </a:solidFill>
              </a:rPr>
              <a:t>7,373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84832"/>
            <a:ext cx="1920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GB/s per chip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1371600"/>
            <a:ext cx="2103120" cy="1051560"/>
          </a:xfrm>
          <a:prstGeom prst="rect">
            <a:avLst/>
          </a:prstGeom>
          <a:solidFill>
            <a:srgbClr val="22222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19" y="1444752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ICI
(cross-chip)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16916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FF"/>
                </a:solidFill>
              </a:rPr>
              <a:t>~90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19" y="2084832"/>
            <a:ext cx="1920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GB/s per link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199" y="1371600"/>
            <a:ext cx="2103120" cy="1051560"/>
          </a:xfrm>
          <a:prstGeom prst="rect">
            <a:avLst/>
          </a:prstGeom>
          <a:solidFill>
            <a:srgbClr val="22222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444752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ICI
(same chip)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6916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FF"/>
                </a:solidFill>
              </a:rPr>
              <a:t>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84832"/>
            <a:ext cx="1920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GB/s intra-chip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19" y="1371600"/>
            <a:ext cx="2103120" cy="1051560"/>
          </a:xfrm>
          <a:prstGeom prst="rect">
            <a:avLst/>
          </a:prstGeom>
          <a:solidFill>
            <a:srgbClr val="22222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1444752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HBM
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16916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FF"/>
                </a:solidFill>
              </a:rPr>
              <a:t>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2084832"/>
            <a:ext cx="1920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GB per chip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606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2 cores (JAX devices) per chip  →  per-device: 1,153 TFLOP/s · 3,686 GB/s HBM · 32 GB VMEM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3063240"/>
            <a:ext cx="1161288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Roofline: when is an op compute-bound vs memory-bound?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66160"/>
            <a:ext cx="7315200" cy="2834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639312"/>
            <a:ext cx="70957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4D4"/>
                </a:solidFill>
              </a:rPr>
              <a:t># Operational intensity (OI) = FLOPs / bytes_accessed
# Ridge point = peak_compute / peak_memory_bw
peak_flops_bf16 = 1153e12   # FLOP/s per device
peak_hbm_bw    = 3686e9    # bytes/s per device
ridge_point = peak_flops_bf16 / peak_hbm_bw  # OI threshold
# → 1153e12 / 3686e9 = 313 FLOP/byte
# If OI &gt; 313: compute-bound  (MXU is the bottleneck)
# If OI &lt; 313: memory-bound   (HBM bandwidth is the bottleneck)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566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Ridge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600"/>
                </a:solidFill>
              </a:rPr>
              <a:t>313 FLOP/byte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An op needs to do 313
FLOPs per byte read/written
to saturate the MXU.
Below that — you're just
waiting on HBM.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Expert FFN: Is It Compute-Bound?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Operational intensity of the core matmuls — before any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16152"/>
            <a:ext cx="6912864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4D4"/>
                </a:solidFill>
              </a:rPr>
              <a:t># Per-expert forward pass (one of 32 local experts)
# tpe = 1,536 tokens  D = 7,168  F = 2,048
h_gate = tok_e @ W_gate.T   # (tpe, D) × (D, F)  →  (tpe, F)
h_up   = tok_e @ W_up.T    # (tpe, D) × (D, F)  →  (tpe, F)
act    = silu(h_gate) * h_up
out_e  = act @ W_out.T     # (tpe, F) × (F, D)  →  (tpe, D)
# FLOPs (one expert, forward):
flops_w1 = 2 * tpe * D * F   # = 2 × 1536 × 7168 × 2048 = 45 GFLOP
flops_w2 = 2 * tpe * F * D   # = 2 × 1536 × 2048 × 7168 = 45 GFLOP  (same)
# ×2 because gate+up share the same D→F projection
total_fwd = 2 * (flops_w1 + flops_w2) = 181 GFLOP  per expert
# Bytes read (weights, bf16, once per expert):
bytes_W_gate = D * F * 2 = 29.4 MB
bytes_W_up   = D * F * 2 = 29.4 MB
bytes_W_out  = F * D * 2 = 29.4 MB
total_bytes  = 88 MB  (plus 88 MB tokens + activations)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4023360" cy="2103120"/>
          </a:xfrm>
          <a:prstGeom prst="rect">
            <a:avLst/>
          </a:prstGeom>
          <a:solidFill>
            <a:srgbClr val="222222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OI — expert FFN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D353"/>
                </a:solidFill>
              </a:rPr>
              <a:t>181 GFLOP / 176 MB
= 1,028 FLOP/byte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031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Ridge point: 313 FLOP/byte
→ 3× above 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✓ Expert FFN is compute-bound
   (MXU is the bottleneck for FFN)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429000"/>
            <a:ext cx="4023360" cy="2743200"/>
          </a:xfrm>
          <a:prstGeom prst="rect">
            <a:avLst/>
          </a:prstGeom>
          <a:solidFill>
            <a:srgbClr val="222222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But: 32 experts × 15 ms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886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Compute per device
per MoE layer: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343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17,391 GFLOP (4× fwd)
@ 1,153 TFLOP/s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D353"/>
                </a:solidFill>
              </a:rPr>
              <a:t>= 15 ms per MoE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257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Problem: ICI takes 28 ms.
Compute is not the limit.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Token Flow: From GBS to tpe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How 4M training tokens get distributed to 32 local experts per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94944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6729983" cy="524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4D4"/>
                </a:solidFill>
              </a:rPr>
              <a:t># Global config
GBS     = 1024           # sequences in this batch
seqlen  = 4096           # tokens per sequence
n_total_tokens = GBS * seqlen   # 4,194,304
# Device count
EP, FSDP = 8, 64
n_devices = EP * FSDP   # 512  (256 chips × 2 cores)
# Per-device token shard  (act_spec = P(('ep','fsdp'), None))
T_local = n_total_tokens // n_devices   # 8,192 tokens
# Inside shard_map: EP all_gather reconstructs FSDP-local view
T_fsdp  = T_local * EP                  # 65,536 tokens
# All 8 EP ranks within a FSDP group see the same 65,536 tokens
# Routing  (DSv3: 256 routed experts, top-6)
K, E = 6, 256
E_local = E // EP                        # 32 experts per EP rank
token_expert_pairs = T_fsdp * K         # 393,216
pairs_for_this_rank = token_expert_pairs // EP   # 49,152
tpe = pairs_for_this_rank // E_local    # 1,536  (avg)
# + 2 shared experts (replicated, no A2A needed)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Token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00200"/>
            <a:ext cx="41148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367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4,194,304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933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global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404872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560320"/>
            <a:ext cx="41148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968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8,192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9535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T_local /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364991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520440"/>
            <a:ext cx="41148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5570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600"/>
                </a:solidFill>
              </a:rPr>
              <a:t>65,536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9136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T_fsdp after EP 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325112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4480560"/>
            <a:ext cx="41148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45171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D353"/>
                </a:solidFill>
              </a:rPr>
              <a:t>49,152 pairs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8737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for this rank's 32 experts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285232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5440680"/>
            <a:ext cx="41148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54772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1,536 avg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8338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tokens per expert (tpe)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EP Topology: Not All ICI Is Equal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EP=8 spans 4 chips × 2 cores. Same-chip core pairs communicate at 600 GB/s.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Physical layout: EP=8 on 4 chips, 2 cores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Chip 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554480"/>
            <a:ext cx="256032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572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Chip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554480"/>
            <a:ext cx="256032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572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Chip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554480"/>
            <a:ext cx="256032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572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Chip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1920240"/>
            <a:ext cx="1097280" cy="777240"/>
          </a:xfrm>
          <a:prstGeom prst="rect">
            <a:avLst/>
          </a:prstGeom>
          <a:solidFill>
            <a:srgbClr val="0A2A4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1008" y="1965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EP rank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8" y="22402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core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21762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</a:rPr>
              <a:t>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21762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</a:rPr>
              <a:t>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1762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</a:rPr>
              <a:t>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21762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</a:rPr>
              <a:t>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017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</a:rPr>
              <a:t>600 GB/s (intra-chip)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39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246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35"/>
                </a:solidFill>
              </a:rPr>
              <a:t>~90 GB/s per ICI link (cross-chip)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74320" y="3657600"/>
            <a:ext cx="1161288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5760" y="37490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A2A traffic per device per MoE layer  (forward token send, K=6, T_fsdp=65,536)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123944"/>
            <a:ext cx="115214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160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Destination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0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Pairs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Volume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Bandwidth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160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5811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Local EP rank (own)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45811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49,152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4581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0 bytes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5811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45811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0 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001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Co-chip EP rank (×1)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5001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49,152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0" y="5001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703 MB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50017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600 GB/s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5001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~1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4223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Cross-chip EP (×6)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54223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49,152 ea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320" y="5422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703 MB ea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5422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~90 GB/s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5422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~8 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5843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Total ICI (slow path)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4640" y="5843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295,000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6320" y="5843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4.2 GB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5843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150 GB/s agg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5843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~28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Bottleneck: ICI, Not MXU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Even at peak MXU efficiency, A2A ICI is 2× slower than expert FFN compute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713232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6912864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4D4"/>
                </a:solidFill>
              </a:rPr>
              <a:t># Per MoE layer, per device
# --- Compute ---
flops_per_layer = 32 * 1536 * (2*7168*4096 + 2*2048*7168) * 4  # fwd+bwd+recompute
#                = 17,391 GFLOP
compute_time_ms = 17_391 / 1_153_000  * 1000   # @ 1153 TFLOP/s
#               = 15 ms
# --- ICI  (cross-chip only; local + co-chip are free) ---
tokens_for_remote_experts = T_fsdp * K * 6/8   # 6 cross-chip EP ranks
#                         = 65536 * 6 * 0.75 = 295,000 token slots
bytes_one_direction = 295_000 * 7168 * 2        # BF16
#                   = 4.2 GB
ici_time_ms = 4.2e9 / 150e9 * 1000              # 150 GB/s aggregate
#           = 28 ms
# 4 transfers on critical path (fwd send, fwd recv, bwd send, bwd recv)
# With perfect layer-to-layer pipelining → effective ~56 ms / layer
# Without pipelining                     → 4 × 28 = 112 ms / layer
# ICI / Compute ratio  =  28 ms / 15 ms  =  1.87×
# Even MXU at 100% can't hide the ICI cost without pipelining.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Per-layer time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Compute (MXU)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38528"/>
            <a:ext cx="400050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8170" y="19385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</a:rPr>
              <a:t>15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ICI one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944368"/>
            <a:ext cx="7467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4880" y="29443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28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ICI 4× (no pipe)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950208"/>
            <a:ext cx="2987040" cy="4114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5160" y="395020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2222"/>
                </a:solidFill>
              </a:rPr>
              <a:t>112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ICI (pipelined)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956048"/>
            <a:ext cx="1493520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1640" y="49560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56 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" y="5897880"/>
            <a:ext cx="1161288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Key insight: SC offload frees MXU from scatter/gather, but MXU is not the bottleneck — ICI is. The real gain is from A2A DMA pipelining across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A2A Pipelining: The Critical Optimisation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Overlap ICI of layer N with expert FFN compute of layer N−1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3152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16152"/>
            <a:ext cx="7095744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4D4"/>
                </a:solidFill>
              </a:rPr>
              <a:t># Naive (sequential):  every layer stalls on ICI
# ─────────────────────────────────────────────────
for layer in moe_layers:
    tokens = a2a_send(sorted_tokens)   # 28 ms — STALL
    out    = expert_ffn(tokens)        # 15 ms
    result = a2a_recv(out)             # 28 ms — STALL
# per layer: 28+15+28 = 71 ms  →  58 layers = 4.1 s
# Pipelined (DMA runs concurrently with compute):
# ─────────────────────────────────────────────────
issue_a2a(layer[0].tokens)             # start layer 0 ICI
for i, layer in enumerate(moe_layers):
    wait_a2a(layer[i].tokens)          # wait for this layer's tokens
    if i+1 &lt; len(moe_layers):
        issue_a2a(layer[i+1].tokens)   # prefetch next layer's tokens
    out = expert_ffn(layer[i].tokens)  # compute overlaps with ^ ICI
    issue_a2a(layer[i].out)            # send results back
    wait_a2a(layer[i-1].out)           # collect previous results
# per layer: max(28, 15) = 28 ms  →  58 layers = 1.6 s
# (bwd further overlaps: effective ~56 ms fwd+bwd / 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143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ICI / Compute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Layer 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65960"/>
            <a:ext cx="6400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659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ICI↑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1029" y="2359152"/>
            <a:ext cx="342900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1029" y="2359152"/>
            <a:ext cx="3429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0F"/>
                </a:solidFill>
              </a:rPr>
              <a:t>FFN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83930" y="2743200"/>
            <a:ext cx="640080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3930" y="27432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0F"/>
                </a:solidFill>
              </a:rPr>
              <a:t>ICI↓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Layer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383280"/>
            <a:ext cx="6400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ICI↑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1109" y="3776472"/>
            <a:ext cx="342900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1109" y="3776472"/>
            <a:ext cx="3429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0F"/>
                </a:solidFill>
              </a:rPr>
              <a:t>FFN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4009" y="4160520"/>
            <a:ext cx="640080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4009" y="4160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0F"/>
                </a:solidFill>
              </a:rPr>
              <a:t>ICI↓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Layer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4800600"/>
            <a:ext cx="6400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8006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ICI↑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21190" y="5193792"/>
            <a:ext cx="342900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1190" y="5193792"/>
            <a:ext cx="3429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0F"/>
                </a:solidFill>
              </a:rPr>
              <a:t>FFN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64090" y="5577840"/>
            <a:ext cx="640080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64090" y="55778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F0F"/>
                </a:solidFill>
              </a:rPr>
              <a:t>ICI↓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989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00"/>
                </a:solidFill>
              </a:rPr>
              <a:t>ICI↑ and ICI↓ of adjacent layers
overlap → 28 ms critical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Step Time Estimate: Full Optimised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BS=1024 · EP=8 · FSDP=64 · 58 MoE + 61 MLA + 3 dense · fwd+bwd+recompute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Per-step time budget  (with perfect A2A pipeline + FSDP overlap)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81912"/>
            <a:ext cx="4180114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2715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5602" y="1581912"/>
            <a:ext cx="17634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58 MoE layers  (ICI-bound, ~56 ms/layer pipelined)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5819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6B35"/>
                </a:solidFill>
              </a:rPr>
              <a:t>3.2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169817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612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05" y="2313432"/>
            <a:ext cx="577378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61 MLA attention layers  (compute-bound)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3134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9D353"/>
                </a:solidFill>
              </a:rPr>
              <a:t>0.13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44952"/>
            <a:ext cx="26125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11756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613" y="3044952"/>
            <a:ext cx="59174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 dense MLP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044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9D353"/>
                </a:solidFill>
              </a:rPr>
              <a:t>0.02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76472"/>
            <a:ext cx="45720" cy="411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776472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FSDP weight all-gather  (overlapped w/ compute)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76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88888"/>
                </a:solidFill>
              </a:rPr>
              <a:t>~0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" y="4297680"/>
            <a:ext cx="11612880" cy="0"/>
          </a:xfrm>
          <a:prstGeom prst="line">
            <a:avLst/>
          </a:prstGeom>
          <a:ln w="9525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65760" y="4507992"/>
            <a:ext cx="4376057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26279"/>
            <a:ext cx="446749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1545" y="4507992"/>
            <a:ext cx="156754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507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D600"/>
                </a:solidFill>
              </a:rPr>
              <a:t>~3.4 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" y="4937760"/>
            <a:ext cx="1161288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5029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Scenarios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404104"/>
            <a:ext cx="115214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440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Scenario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440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Step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440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TPS/chip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40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vs v10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843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Optimistic  (perfect pipeline)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843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3.4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843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</a:rPr>
              <a:t>~4,800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843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</a:rPr>
              <a:t>+10.3×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245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Realistic   (60% efficiency)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6245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5.5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62453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</a:rPr>
              <a:t>~2,960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2453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+6.4×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647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Conservative (40% efficiency)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6647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66476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~2,040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6476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+4.4×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70500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v10 ragged_dot  (baseline)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7050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~35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7050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465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7050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1.0×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A2A Eliminates the EP All-Reduce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Current streaming_bwd uses psum(d_tok, 'ep') per layer — the most expensive collective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54498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D4D4"/>
                </a:solidFill>
              </a:rPr>
              <a:t># Current (streaming_bwd v1): EP all-reduce
# ─────────────────────────────────────────
def _streaming_bwd_fn(g_l, fx_l, fw_l, fi_l,
                      w0_l, w1_l, wout_l):
    # EP all_gather to see all T/FSDP tokens
    fx_full = lax.all_gather(fx_l, 'ep')  # ICI
    # ... expert FFN backward ...
    d_tok_partial = per_expert_backward()
    # ALL-REDUCE: every EP rank needs to sum
    # contributions from ALL other EP ranks
    d_tok_full = lax.psum(d_tok_partial, 'ep')
    #  ^^ 65536 × 7168 × 4B × 2 (all-reduce)
    #   = 3.76 GB per layer per device
    #   = 3.76 / 150 GB/s = 25 ms per layer
    #   = 25 ms × 58 layers = 1.45 s extra
    # Plus: global sync point — no overlap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57784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170432"/>
            <a:ext cx="5358383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D4D4"/>
                </a:solidFill>
              </a:rPr>
              <a:t># Pallas A2A: point-to-point DMA, no psum
# ─────────────────────────────────────────
# Forward:
#   sort tokens → DMA sorted_tokens to
#   the 7 EP peers that own their experts
#   → each expert rank receives exactly
#     the tokens it needs. No broadcast.
# Backward:
#   each expert rank computes d_tok_e
#   DMA d_tok back to token-owner ranks
#   token owners scatter-add contributions
#   → no all-reduce needed at all
# ICI traffic comparison per layer:
#   all-reduce:  3.76 GB  (blocking)
#   A2A send:    4.2 GB   (async DMA)
#   A2A recv:    4.2 GB   (async DMA)
# Total A2A = more bytes but ASYNC →
# overlaps with compute of next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623560"/>
            <a:ext cx="5303520" cy="868680"/>
          </a:xfrm>
          <a:prstGeom prst="rect">
            <a:avLst/>
          </a:prstGeom>
          <a:solidFill>
            <a:srgbClr val="331111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Current EP psum: 58 × 25 ms = 1.45 s  (blocking)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Global sync every layer — cannot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623560"/>
            <a:ext cx="5577840" cy="868680"/>
          </a:xfrm>
          <a:prstGeom prst="rect">
            <a:avLst/>
          </a:prstGeom>
          <a:solidFill>
            <a:srgbClr val="113311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669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</a:rPr>
              <a:t>A2A DMA: async, pipelines with FFN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6035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No blocking collective — ICI hidden in compute shadow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Engineering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Four work items to go from current streaming_bwd to full Pallas A2A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760720" cy="2514600"/>
          </a:xfrm>
          <a:prstGeom prst="rect">
            <a:avLst/>
          </a:prstGeom>
          <a:solidFill>
            <a:srgbClr val="222222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76072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3385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338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Pallas Forward Kernel  (Expert FFN A2A)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15214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</a:rPr>
              <a:t>NOT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Replace shard_map+psum EP forward with Pallas A2A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sort tokens → DMA send → per-expert FFN → DMA recv → scatter-add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SC-offloaded indexed gather for token packing (sc_gather_rows)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Validate: loss matches jax baseline at full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73552"/>
            <a:ext cx="5760720" cy="338328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3310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8FF"/>
                </a:solidFill>
              </a:rPr>
              <a:t>Impact: Eliminates EP all_gather in fwd (65536×7168 per layer)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097280"/>
            <a:ext cx="5760720" cy="2514600"/>
          </a:xfrm>
          <a:prstGeom prst="rect">
            <a:avLst/>
          </a:prstGeom>
          <a:solidFill>
            <a:srgbClr val="222222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097280"/>
            <a:ext cx="576072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113385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600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11338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Pallas Backward Kernel  (Expert FFN Backward + A2A)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115214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600"/>
                </a:solidFill>
              </a:rP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6002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streaming_bwd v1/v2: JAX backward running, SC Get fix in v73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208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Replace EP psum(d_tok) with reverse A2A DMA (no all-reduce)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41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FSDP weight all-gather double-buffered across E_local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620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Validate: loss curve 86.703→86.561 matching v60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3273552"/>
            <a:ext cx="5760720" cy="338328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310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8FF"/>
                </a:solidFill>
              </a:rPr>
              <a:t>Impact: Eliminates EP psum (1.45 s/step) — biggest single win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94760"/>
            <a:ext cx="5760720" cy="2514600"/>
          </a:xfrm>
          <a:prstGeom prst="rect">
            <a:avLst/>
          </a:prstGeom>
          <a:solidFill>
            <a:srgbClr val="222222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794760"/>
            <a:ext cx="576072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83133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31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Layer-to-Layer A2A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384962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</a:rPr>
              <a:t>NOT STARTED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Issue DMA for layer n+1 tokens while computing layer n FFN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183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Double-buffer: two A2A slots (inflight + being processed)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389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Requires ICI DMA API that returns before transfer completes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595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Target: ICI fully hidden behind compute (56 ms → 15 ms/layer)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71032"/>
            <a:ext cx="5760720" cy="338328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6007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8FF"/>
                </a:solidFill>
              </a:rPr>
              <a:t>Impact: Closes compute/ICI gap: ~3.4 s vs ~5.5 s step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3794760"/>
            <a:ext cx="5760720" cy="2514600"/>
          </a:xfrm>
          <a:prstGeom prst="rect">
            <a:avLst/>
          </a:prstGeom>
          <a:solidFill>
            <a:srgbClr val="222222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59" y="3794760"/>
            <a:ext cx="576072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799" y="383133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600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3831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FSDP All-Gather Overlap  (Attention + Dense)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384962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600"/>
                </a:solidFill>
              </a:rPr>
              <a:t>PARTIAL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297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Async collective flags already in LIBTPU_INIT_ARGS (--xla_enable_async_all_gather)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7183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Per-layer all_gather issued before layer compute, reduce-scatter after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1389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Attention: 4 weight projections × 205 MB per layer × 61 layers = 50 GB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5595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Currently: XLA handles via async collectives; Pallas gives explicit control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5971032"/>
            <a:ext cx="5760720" cy="338328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6007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8FF"/>
                </a:solidFill>
              </a:rPr>
              <a:t>Impact: Hides 50 GB attention + 328 GB MoE weight ICI in compute shadow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Summary: Where Performance Comes From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20040" y="1051560"/>
            <a:ext cx="54864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v7x ridge point is 313 FLOP/byte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9903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Expert FFN OI ≈ 1,028 — solidly compute-bound in isolation.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D353"/>
                </a:solidFill>
              </a:rPr>
              <a:t>Expert FFN is NOT the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134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At 1,536 tpe, each expert takes 15 ms compute vs 28 ms ICI. ICI wins.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54864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EP A2A topology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278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1/8 traffic is local (free). 1/8 is 600 GB/s co-chip (near-free). 6/8 is cross-chip at ~90 GB/s.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94760"/>
            <a:ext cx="5486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EP all-reduce is the single biggest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42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Current psum: 1.45 s/step, blocking. A2A DMA: async, pipelines with compute.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70916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D353"/>
                </a:solidFill>
              </a:rPr>
              <a:t>A2A layer pipelining is the key lever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566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Perfect pipelining → 3.4 s step. Realistic → 5.5 s. Either is 6–10× over v10 (465 TPS/chip).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623560"/>
            <a:ext cx="5486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SC offload helps but is not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Frees MXU from scatter/gather, but MXU is already not the bottleneck.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" y="6492240"/>
            <a:ext cx="11612880" cy="0"/>
          </a:xfrm>
          <a:prstGeom prst="line">
            <a:avLst/>
          </a:prstGeom>
          <a:ln w="127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Realistic target with full Pallas A2A + pipelining:  ~5.5 s/step  ·  ~2,960 TPS/chip  ·  6× over v10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